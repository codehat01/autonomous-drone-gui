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60" r:id="rId5"/>
    <p:sldId id="258" r:id="rId6"/>
    <p:sldId id="268" r:id="rId7"/>
    <p:sldId id="269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FA0A8E-957A-A6BC-452C-A04A7058B919}" v="290" dt="2025-10-15T19:32:16.740"/>
    <p1510:client id="{B65E0F97-565B-0F70-27A4-55E6E646EFAC}" v="747" dt="2025-10-15T17:35:4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Click to move the slide</a:t>
            </a: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Click to edit the notes format</a:t>
            </a:r>
          </a:p>
        </p:txBody>
      </p:sp>
      <p:sp>
        <p:nvSpPr>
          <p:cNvPr id="23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&lt;header&gt;</a:t>
            </a:r>
          </a:p>
        </p:txBody>
      </p:sp>
      <p:sp>
        <p:nvSpPr>
          <p:cNvPr id="237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&lt;date/time&gt;</a:t>
            </a:r>
          </a:p>
        </p:txBody>
      </p:sp>
      <p:sp>
        <p:nvSpPr>
          <p:cNvPr id="238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</a:p>
        </p:txBody>
      </p:sp>
      <p:sp>
        <p:nvSpPr>
          <p:cNvPr id="239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r">
              <a:buNone/>
            </a:pPr>
            <a:fld id="{8C03867F-6A10-404C-A9D4-1543D2C1D49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EBE67E-A5F1-46E9-9E43-B408B30E7108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31"/>
          <p:cNvGrpSpPr/>
          <p:nvPr/>
        </p:nvGrpSpPr>
        <p:grpSpPr>
          <a:xfrm>
            <a:off x="11341080" y="3366360"/>
            <a:ext cx="286200" cy="2398680"/>
            <a:chOff x="11341080" y="3366360"/>
            <a:chExt cx="286200" cy="2398680"/>
          </a:xfrm>
        </p:grpSpPr>
        <p:sp>
          <p:nvSpPr>
            <p:cNvPr id="22" name="Flowchart: Connector 22"/>
            <p:cNvSpPr/>
            <p:nvPr/>
          </p:nvSpPr>
          <p:spPr>
            <a:xfrm rot="5400000">
              <a:off x="11352600" y="3354480"/>
              <a:ext cx="26280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" name="Flowchart: Connector 23"/>
            <p:cNvSpPr/>
            <p:nvPr/>
          </p:nvSpPr>
          <p:spPr>
            <a:xfrm rot="5400000">
              <a:off x="11352600" y="3617640"/>
              <a:ext cx="26280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3" name="Flowchart: Connector 24"/>
            <p:cNvSpPr/>
            <p:nvPr/>
          </p:nvSpPr>
          <p:spPr>
            <a:xfrm rot="5400000">
              <a:off x="11352600" y="3892680"/>
              <a:ext cx="26280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4" name="Flowchart: Connector 25"/>
            <p:cNvSpPr/>
            <p:nvPr/>
          </p:nvSpPr>
          <p:spPr>
            <a:xfrm rot="5400000">
              <a:off x="11352600" y="4164840"/>
              <a:ext cx="26280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" name="Flowchart: Connector 26"/>
            <p:cNvSpPr/>
            <p:nvPr/>
          </p:nvSpPr>
          <p:spPr>
            <a:xfrm rot="5400000">
              <a:off x="11352600" y="4428360"/>
              <a:ext cx="26280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6" name="Flowchart: Connector 27"/>
            <p:cNvSpPr/>
            <p:nvPr/>
          </p:nvSpPr>
          <p:spPr>
            <a:xfrm rot="5400000">
              <a:off x="11352600" y="4691520"/>
              <a:ext cx="26280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" name="Flowchart: Connector 28"/>
            <p:cNvSpPr/>
            <p:nvPr/>
          </p:nvSpPr>
          <p:spPr>
            <a:xfrm rot="5400000">
              <a:off x="11352600" y="4957200"/>
              <a:ext cx="26280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" name="Flowchart: Connector 29"/>
            <p:cNvSpPr/>
            <p:nvPr/>
          </p:nvSpPr>
          <p:spPr>
            <a:xfrm rot="5400000">
              <a:off x="11352600" y="5229360"/>
              <a:ext cx="26280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9" name="Flowchart: Connector 30"/>
            <p:cNvSpPr/>
            <p:nvPr/>
          </p:nvSpPr>
          <p:spPr>
            <a:xfrm rot="5400000">
              <a:off x="11352600" y="5490360"/>
              <a:ext cx="26280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grpSp>
        <p:nvGrpSpPr>
          <p:cNvPr id="10" name="Group 32"/>
          <p:cNvGrpSpPr/>
          <p:nvPr/>
        </p:nvGrpSpPr>
        <p:grpSpPr>
          <a:xfrm>
            <a:off x="838080" y="6082920"/>
            <a:ext cx="2638800" cy="286200"/>
            <a:chOff x="838080" y="6082920"/>
            <a:chExt cx="2638800" cy="286200"/>
          </a:xfrm>
        </p:grpSpPr>
        <p:sp>
          <p:nvSpPr>
            <p:cNvPr id="11" name="Flowchart: Connector 33"/>
            <p:cNvSpPr/>
            <p:nvPr/>
          </p:nvSpPr>
          <p:spPr>
            <a:xfrm>
              <a:off x="838080" y="6082920"/>
              <a:ext cx="28908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2" name="Flowchart: Connector 34"/>
            <p:cNvSpPr/>
            <p:nvPr/>
          </p:nvSpPr>
          <p:spPr>
            <a:xfrm>
              <a:off x="1127880" y="6082920"/>
              <a:ext cx="28908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3" name="Flowchart: Connector 35"/>
            <p:cNvSpPr/>
            <p:nvPr/>
          </p:nvSpPr>
          <p:spPr>
            <a:xfrm>
              <a:off x="1429920" y="6082920"/>
              <a:ext cx="28908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4" name="Flowchart: Connector 36"/>
            <p:cNvSpPr/>
            <p:nvPr/>
          </p:nvSpPr>
          <p:spPr>
            <a:xfrm>
              <a:off x="1729800" y="6082920"/>
              <a:ext cx="28908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5" name="Flowchart: Connector 37"/>
            <p:cNvSpPr/>
            <p:nvPr/>
          </p:nvSpPr>
          <p:spPr>
            <a:xfrm>
              <a:off x="2019240" y="6082920"/>
              <a:ext cx="28908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6" name="Flowchart: Connector 38"/>
            <p:cNvSpPr/>
            <p:nvPr/>
          </p:nvSpPr>
          <p:spPr>
            <a:xfrm>
              <a:off x="2309040" y="6082920"/>
              <a:ext cx="28908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7" name="Flowchart: Connector 39"/>
            <p:cNvSpPr/>
            <p:nvPr/>
          </p:nvSpPr>
          <p:spPr>
            <a:xfrm>
              <a:off x="2601000" y="6082920"/>
              <a:ext cx="28908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8" name="Flowchart: Connector 40"/>
            <p:cNvSpPr/>
            <p:nvPr/>
          </p:nvSpPr>
          <p:spPr>
            <a:xfrm>
              <a:off x="2900520" y="6082920"/>
              <a:ext cx="28908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9" name="Flowchart: Connector 41"/>
            <p:cNvSpPr/>
            <p:nvPr/>
          </p:nvSpPr>
          <p:spPr>
            <a:xfrm>
              <a:off x="3187800" y="6082920"/>
              <a:ext cx="28908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31"/>
          <p:cNvGrpSpPr/>
          <p:nvPr/>
        </p:nvGrpSpPr>
        <p:grpSpPr>
          <a:xfrm>
            <a:off x="11341080" y="3366360"/>
            <a:ext cx="286200" cy="2398680"/>
            <a:chOff x="11341080" y="3366360"/>
            <a:chExt cx="286200" cy="2398680"/>
          </a:xfrm>
        </p:grpSpPr>
        <p:sp>
          <p:nvSpPr>
            <p:cNvPr id="22" name="Flowchart: Connector 22"/>
            <p:cNvSpPr/>
            <p:nvPr/>
          </p:nvSpPr>
          <p:spPr>
            <a:xfrm rot="5400000">
              <a:off x="11352600" y="3354480"/>
              <a:ext cx="26280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3" name="Flowchart: Connector 23"/>
            <p:cNvSpPr/>
            <p:nvPr/>
          </p:nvSpPr>
          <p:spPr>
            <a:xfrm rot="5400000">
              <a:off x="11352600" y="3617640"/>
              <a:ext cx="26280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4" name="Flowchart: Connector 24"/>
            <p:cNvSpPr/>
            <p:nvPr/>
          </p:nvSpPr>
          <p:spPr>
            <a:xfrm rot="5400000">
              <a:off x="11352600" y="3892680"/>
              <a:ext cx="26280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5" name="Flowchart: Connector 25"/>
            <p:cNvSpPr/>
            <p:nvPr/>
          </p:nvSpPr>
          <p:spPr>
            <a:xfrm rot="5400000">
              <a:off x="11352600" y="4164840"/>
              <a:ext cx="26280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6" name="Flowchart: Connector 26"/>
            <p:cNvSpPr/>
            <p:nvPr/>
          </p:nvSpPr>
          <p:spPr>
            <a:xfrm rot="5400000">
              <a:off x="11352600" y="4428360"/>
              <a:ext cx="26280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7" name="Flowchart: Connector 27"/>
            <p:cNvSpPr/>
            <p:nvPr/>
          </p:nvSpPr>
          <p:spPr>
            <a:xfrm rot="5400000">
              <a:off x="11352600" y="4691520"/>
              <a:ext cx="26280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8" name="Flowchart: Connector 28"/>
            <p:cNvSpPr/>
            <p:nvPr/>
          </p:nvSpPr>
          <p:spPr>
            <a:xfrm rot="5400000">
              <a:off x="11352600" y="4957200"/>
              <a:ext cx="26280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9" name="Flowchart: Connector 29"/>
            <p:cNvSpPr/>
            <p:nvPr/>
          </p:nvSpPr>
          <p:spPr>
            <a:xfrm rot="5400000">
              <a:off x="11352600" y="5229360"/>
              <a:ext cx="26280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30" name="Flowchart: Connector 30"/>
            <p:cNvSpPr/>
            <p:nvPr/>
          </p:nvSpPr>
          <p:spPr>
            <a:xfrm rot="5400000">
              <a:off x="11352600" y="5490360"/>
              <a:ext cx="26280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grpSp>
        <p:nvGrpSpPr>
          <p:cNvPr id="31" name="Group 32"/>
          <p:cNvGrpSpPr/>
          <p:nvPr/>
        </p:nvGrpSpPr>
        <p:grpSpPr>
          <a:xfrm>
            <a:off x="838080" y="6082920"/>
            <a:ext cx="2638800" cy="286200"/>
            <a:chOff x="838080" y="6082920"/>
            <a:chExt cx="2638800" cy="286200"/>
          </a:xfrm>
        </p:grpSpPr>
        <p:sp>
          <p:nvSpPr>
            <p:cNvPr id="32" name="Flowchart: Connector 33"/>
            <p:cNvSpPr/>
            <p:nvPr/>
          </p:nvSpPr>
          <p:spPr>
            <a:xfrm>
              <a:off x="838080" y="6082920"/>
              <a:ext cx="28908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33" name="Flowchart: Connector 34"/>
            <p:cNvSpPr/>
            <p:nvPr/>
          </p:nvSpPr>
          <p:spPr>
            <a:xfrm>
              <a:off x="1127880" y="6082920"/>
              <a:ext cx="28908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34" name="Flowchart: Connector 35"/>
            <p:cNvSpPr/>
            <p:nvPr/>
          </p:nvSpPr>
          <p:spPr>
            <a:xfrm>
              <a:off x="1429920" y="6082920"/>
              <a:ext cx="28908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35" name="Flowchart: Connector 36"/>
            <p:cNvSpPr/>
            <p:nvPr/>
          </p:nvSpPr>
          <p:spPr>
            <a:xfrm>
              <a:off x="1729800" y="6082920"/>
              <a:ext cx="28908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36" name="Flowchart: Connector 37"/>
            <p:cNvSpPr/>
            <p:nvPr/>
          </p:nvSpPr>
          <p:spPr>
            <a:xfrm>
              <a:off x="2019240" y="6082920"/>
              <a:ext cx="28908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37" name="Flowchart: Connector 38"/>
            <p:cNvSpPr/>
            <p:nvPr/>
          </p:nvSpPr>
          <p:spPr>
            <a:xfrm>
              <a:off x="2309040" y="6082920"/>
              <a:ext cx="28908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38" name="Flowchart: Connector 39"/>
            <p:cNvSpPr/>
            <p:nvPr/>
          </p:nvSpPr>
          <p:spPr>
            <a:xfrm>
              <a:off x="2601000" y="6082920"/>
              <a:ext cx="28908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39" name="Flowchart: Connector 40"/>
            <p:cNvSpPr/>
            <p:nvPr/>
          </p:nvSpPr>
          <p:spPr>
            <a:xfrm>
              <a:off x="2900520" y="6082920"/>
              <a:ext cx="28908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40" name="Flowchart: Connector 41"/>
            <p:cNvSpPr/>
            <p:nvPr/>
          </p:nvSpPr>
          <p:spPr>
            <a:xfrm>
              <a:off x="3187800" y="6082920"/>
              <a:ext cx="28908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233440" y="1494720"/>
            <a:ext cx="77245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ftr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E16E11-E445-4217-87ED-5485531076FF}" type="slidenum"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rPr>
              <a:t>‹#›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31"/>
          <p:cNvGrpSpPr/>
          <p:nvPr/>
        </p:nvGrpSpPr>
        <p:grpSpPr>
          <a:xfrm>
            <a:off x="11341080" y="3366360"/>
            <a:ext cx="286200" cy="2398680"/>
            <a:chOff x="11341080" y="3366360"/>
            <a:chExt cx="286200" cy="2398680"/>
          </a:xfrm>
        </p:grpSpPr>
        <p:sp>
          <p:nvSpPr>
            <p:cNvPr id="47" name="Flowchart: Connector 22"/>
            <p:cNvSpPr/>
            <p:nvPr/>
          </p:nvSpPr>
          <p:spPr>
            <a:xfrm rot="5400000">
              <a:off x="11352600" y="3354480"/>
              <a:ext cx="26280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48" name="Flowchart: Connector 23"/>
            <p:cNvSpPr/>
            <p:nvPr/>
          </p:nvSpPr>
          <p:spPr>
            <a:xfrm rot="5400000">
              <a:off x="11352600" y="3617640"/>
              <a:ext cx="26280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49" name="Flowchart: Connector 24"/>
            <p:cNvSpPr/>
            <p:nvPr/>
          </p:nvSpPr>
          <p:spPr>
            <a:xfrm rot="5400000">
              <a:off x="11352600" y="3892680"/>
              <a:ext cx="26280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0" name="Flowchart: Connector 25"/>
            <p:cNvSpPr/>
            <p:nvPr/>
          </p:nvSpPr>
          <p:spPr>
            <a:xfrm rot="5400000">
              <a:off x="11352600" y="4164840"/>
              <a:ext cx="26280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1" name="Flowchart: Connector 26"/>
            <p:cNvSpPr/>
            <p:nvPr/>
          </p:nvSpPr>
          <p:spPr>
            <a:xfrm rot="5400000">
              <a:off x="11352600" y="4428360"/>
              <a:ext cx="26280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2" name="Flowchart: Connector 27"/>
            <p:cNvSpPr/>
            <p:nvPr/>
          </p:nvSpPr>
          <p:spPr>
            <a:xfrm rot="5400000">
              <a:off x="11352600" y="4691520"/>
              <a:ext cx="26280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3" name="Flowchart: Connector 28"/>
            <p:cNvSpPr/>
            <p:nvPr/>
          </p:nvSpPr>
          <p:spPr>
            <a:xfrm rot="5400000">
              <a:off x="11352600" y="4957200"/>
              <a:ext cx="26280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4" name="Flowchart: Connector 29"/>
            <p:cNvSpPr/>
            <p:nvPr/>
          </p:nvSpPr>
          <p:spPr>
            <a:xfrm rot="5400000">
              <a:off x="11352600" y="5229360"/>
              <a:ext cx="26280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5" name="Flowchart: Connector 30"/>
            <p:cNvSpPr/>
            <p:nvPr/>
          </p:nvSpPr>
          <p:spPr>
            <a:xfrm rot="5400000">
              <a:off x="11352600" y="5490360"/>
              <a:ext cx="26280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grpSp>
        <p:nvGrpSpPr>
          <p:cNvPr id="56" name="Group 32"/>
          <p:cNvGrpSpPr/>
          <p:nvPr/>
        </p:nvGrpSpPr>
        <p:grpSpPr>
          <a:xfrm>
            <a:off x="838080" y="6082920"/>
            <a:ext cx="2638800" cy="286200"/>
            <a:chOff x="838080" y="6082920"/>
            <a:chExt cx="2638800" cy="286200"/>
          </a:xfrm>
        </p:grpSpPr>
        <p:sp>
          <p:nvSpPr>
            <p:cNvPr id="57" name="Flowchart: Connector 33"/>
            <p:cNvSpPr/>
            <p:nvPr/>
          </p:nvSpPr>
          <p:spPr>
            <a:xfrm>
              <a:off x="838080" y="6082920"/>
              <a:ext cx="28908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8" name="Flowchart: Connector 34"/>
            <p:cNvSpPr/>
            <p:nvPr/>
          </p:nvSpPr>
          <p:spPr>
            <a:xfrm>
              <a:off x="1127880" y="6082920"/>
              <a:ext cx="28908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9" name="Flowchart: Connector 35"/>
            <p:cNvSpPr/>
            <p:nvPr/>
          </p:nvSpPr>
          <p:spPr>
            <a:xfrm>
              <a:off x="1429920" y="6082920"/>
              <a:ext cx="28908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60" name="Flowchart: Connector 36"/>
            <p:cNvSpPr/>
            <p:nvPr/>
          </p:nvSpPr>
          <p:spPr>
            <a:xfrm>
              <a:off x="1729800" y="6082920"/>
              <a:ext cx="28908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61" name="Flowchart: Connector 37"/>
            <p:cNvSpPr/>
            <p:nvPr/>
          </p:nvSpPr>
          <p:spPr>
            <a:xfrm>
              <a:off x="2019240" y="6082920"/>
              <a:ext cx="28908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62" name="Flowchart: Connector 38"/>
            <p:cNvSpPr/>
            <p:nvPr/>
          </p:nvSpPr>
          <p:spPr>
            <a:xfrm>
              <a:off x="2309040" y="6082920"/>
              <a:ext cx="28908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63" name="Flowchart: Connector 39"/>
            <p:cNvSpPr/>
            <p:nvPr/>
          </p:nvSpPr>
          <p:spPr>
            <a:xfrm>
              <a:off x="2601000" y="6082920"/>
              <a:ext cx="28908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64" name="Flowchart: Connector 40"/>
            <p:cNvSpPr/>
            <p:nvPr/>
          </p:nvSpPr>
          <p:spPr>
            <a:xfrm>
              <a:off x="2900520" y="6082920"/>
              <a:ext cx="28908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65" name="Flowchart: Connector 41"/>
            <p:cNvSpPr/>
            <p:nvPr/>
          </p:nvSpPr>
          <p:spPr>
            <a:xfrm>
              <a:off x="3187800" y="6082920"/>
              <a:ext cx="28908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024560" cy="896760"/>
          </a:xfrm>
          <a:prstGeom prst="rect">
            <a:avLst/>
          </a:prstGeom>
          <a:solidFill>
            <a:srgbClr val="AF1D4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399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pic>
        <p:nvPicPr>
          <p:cNvPr id="68" name="Picture 4" descr="A close up of a logo&#10;&#10;Description automatically generated"/>
          <p:cNvPicPr/>
          <p:nvPr/>
        </p:nvPicPr>
        <p:blipFill>
          <a:blip r:embed="rId2"/>
          <a:srcRect l="2677" t="34699" r="4058" b="31276"/>
          <a:stretch/>
        </p:blipFill>
        <p:spPr>
          <a:xfrm>
            <a:off x="8895960" y="5953680"/>
            <a:ext cx="1966680" cy="655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31"/>
          <p:cNvGrpSpPr/>
          <p:nvPr/>
        </p:nvGrpSpPr>
        <p:grpSpPr>
          <a:xfrm>
            <a:off x="11341080" y="3366360"/>
            <a:ext cx="286200" cy="2398680"/>
            <a:chOff x="11341080" y="3366360"/>
            <a:chExt cx="286200" cy="2398680"/>
          </a:xfrm>
        </p:grpSpPr>
        <p:sp>
          <p:nvSpPr>
            <p:cNvPr id="70" name="Flowchart: Connector 22"/>
            <p:cNvSpPr/>
            <p:nvPr/>
          </p:nvSpPr>
          <p:spPr>
            <a:xfrm rot="5400000">
              <a:off x="11352600" y="3354480"/>
              <a:ext cx="26280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1" name="Flowchart: Connector 23"/>
            <p:cNvSpPr/>
            <p:nvPr/>
          </p:nvSpPr>
          <p:spPr>
            <a:xfrm rot="5400000">
              <a:off x="11352600" y="3617640"/>
              <a:ext cx="26280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2" name="Flowchart: Connector 24"/>
            <p:cNvSpPr/>
            <p:nvPr/>
          </p:nvSpPr>
          <p:spPr>
            <a:xfrm rot="5400000">
              <a:off x="11352600" y="3892680"/>
              <a:ext cx="26280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3" name="Flowchart: Connector 25"/>
            <p:cNvSpPr/>
            <p:nvPr/>
          </p:nvSpPr>
          <p:spPr>
            <a:xfrm rot="5400000">
              <a:off x="11352600" y="4164840"/>
              <a:ext cx="26280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4" name="Flowchart: Connector 26"/>
            <p:cNvSpPr/>
            <p:nvPr/>
          </p:nvSpPr>
          <p:spPr>
            <a:xfrm rot="5400000">
              <a:off x="11352600" y="4428360"/>
              <a:ext cx="26280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5" name="Flowchart: Connector 27"/>
            <p:cNvSpPr/>
            <p:nvPr/>
          </p:nvSpPr>
          <p:spPr>
            <a:xfrm rot="5400000">
              <a:off x="11352600" y="4691520"/>
              <a:ext cx="26280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6" name="Flowchart: Connector 28"/>
            <p:cNvSpPr/>
            <p:nvPr/>
          </p:nvSpPr>
          <p:spPr>
            <a:xfrm rot="5400000">
              <a:off x="11352600" y="4957200"/>
              <a:ext cx="26280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7" name="Flowchart: Connector 29"/>
            <p:cNvSpPr/>
            <p:nvPr/>
          </p:nvSpPr>
          <p:spPr>
            <a:xfrm rot="5400000">
              <a:off x="11352600" y="5229360"/>
              <a:ext cx="26280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8" name="Flowchart: Connector 30"/>
            <p:cNvSpPr/>
            <p:nvPr/>
          </p:nvSpPr>
          <p:spPr>
            <a:xfrm rot="5400000">
              <a:off x="11352600" y="5490360"/>
              <a:ext cx="26280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grpSp>
        <p:nvGrpSpPr>
          <p:cNvPr id="79" name="Group 32"/>
          <p:cNvGrpSpPr/>
          <p:nvPr/>
        </p:nvGrpSpPr>
        <p:grpSpPr>
          <a:xfrm>
            <a:off x="838080" y="6082920"/>
            <a:ext cx="2638800" cy="286200"/>
            <a:chOff x="838080" y="6082920"/>
            <a:chExt cx="2638800" cy="286200"/>
          </a:xfrm>
        </p:grpSpPr>
        <p:sp>
          <p:nvSpPr>
            <p:cNvPr id="80" name="Flowchart: Connector 33"/>
            <p:cNvSpPr/>
            <p:nvPr/>
          </p:nvSpPr>
          <p:spPr>
            <a:xfrm>
              <a:off x="838080" y="6082920"/>
              <a:ext cx="28908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1" name="Flowchart: Connector 34"/>
            <p:cNvSpPr/>
            <p:nvPr/>
          </p:nvSpPr>
          <p:spPr>
            <a:xfrm>
              <a:off x="1127880" y="6082920"/>
              <a:ext cx="28908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2" name="Flowchart: Connector 35"/>
            <p:cNvSpPr/>
            <p:nvPr/>
          </p:nvSpPr>
          <p:spPr>
            <a:xfrm>
              <a:off x="1429920" y="6082920"/>
              <a:ext cx="28908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" name="Flowchart: Connector 36"/>
            <p:cNvSpPr/>
            <p:nvPr/>
          </p:nvSpPr>
          <p:spPr>
            <a:xfrm>
              <a:off x="1729800" y="6082920"/>
              <a:ext cx="28908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4" name="Flowchart: Connector 37"/>
            <p:cNvSpPr/>
            <p:nvPr/>
          </p:nvSpPr>
          <p:spPr>
            <a:xfrm>
              <a:off x="2019240" y="6082920"/>
              <a:ext cx="28908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5" name="Flowchart: Connector 38"/>
            <p:cNvSpPr/>
            <p:nvPr/>
          </p:nvSpPr>
          <p:spPr>
            <a:xfrm>
              <a:off x="2309040" y="6082920"/>
              <a:ext cx="28908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6" name="Flowchart: Connector 39"/>
            <p:cNvSpPr/>
            <p:nvPr/>
          </p:nvSpPr>
          <p:spPr>
            <a:xfrm>
              <a:off x="2601000" y="6082920"/>
              <a:ext cx="28908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7" name="Flowchart: Connector 40"/>
            <p:cNvSpPr/>
            <p:nvPr/>
          </p:nvSpPr>
          <p:spPr>
            <a:xfrm>
              <a:off x="2900520" y="6082920"/>
              <a:ext cx="28908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8" name="Flowchart: Connector 41"/>
            <p:cNvSpPr/>
            <p:nvPr/>
          </p:nvSpPr>
          <p:spPr>
            <a:xfrm>
              <a:off x="3187800" y="6082920"/>
              <a:ext cx="28908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31"/>
          <p:cNvGrpSpPr/>
          <p:nvPr/>
        </p:nvGrpSpPr>
        <p:grpSpPr>
          <a:xfrm>
            <a:off x="11341080" y="3366360"/>
            <a:ext cx="286200" cy="2398680"/>
            <a:chOff x="11341080" y="3366360"/>
            <a:chExt cx="286200" cy="2398680"/>
          </a:xfrm>
        </p:grpSpPr>
        <p:sp>
          <p:nvSpPr>
            <p:cNvPr id="92" name="Flowchart: Connector 22"/>
            <p:cNvSpPr/>
            <p:nvPr/>
          </p:nvSpPr>
          <p:spPr>
            <a:xfrm rot="5400000">
              <a:off x="11352600" y="3354480"/>
              <a:ext cx="26280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93" name="Flowchart: Connector 23"/>
            <p:cNvSpPr/>
            <p:nvPr/>
          </p:nvSpPr>
          <p:spPr>
            <a:xfrm rot="5400000">
              <a:off x="11352600" y="3617640"/>
              <a:ext cx="26280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94" name="Flowchart: Connector 24"/>
            <p:cNvSpPr/>
            <p:nvPr/>
          </p:nvSpPr>
          <p:spPr>
            <a:xfrm rot="5400000">
              <a:off x="11352600" y="3892680"/>
              <a:ext cx="26280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95" name="Flowchart: Connector 25"/>
            <p:cNvSpPr/>
            <p:nvPr/>
          </p:nvSpPr>
          <p:spPr>
            <a:xfrm rot="5400000">
              <a:off x="11352600" y="4164840"/>
              <a:ext cx="26280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96" name="Flowchart: Connector 26"/>
            <p:cNvSpPr/>
            <p:nvPr/>
          </p:nvSpPr>
          <p:spPr>
            <a:xfrm rot="5400000">
              <a:off x="11352600" y="4428360"/>
              <a:ext cx="26280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97" name="Flowchart: Connector 27"/>
            <p:cNvSpPr/>
            <p:nvPr/>
          </p:nvSpPr>
          <p:spPr>
            <a:xfrm rot="5400000">
              <a:off x="11352600" y="4691520"/>
              <a:ext cx="26280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98" name="Flowchart: Connector 28"/>
            <p:cNvSpPr/>
            <p:nvPr/>
          </p:nvSpPr>
          <p:spPr>
            <a:xfrm rot="5400000">
              <a:off x="11352600" y="4957200"/>
              <a:ext cx="26280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99" name="Flowchart: Connector 29"/>
            <p:cNvSpPr/>
            <p:nvPr/>
          </p:nvSpPr>
          <p:spPr>
            <a:xfrm rot="5400000">
              <a:off x="11352600" y="5229360"/>
              <a:ext cx="26280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0" name="Flowchart: Connector 30"/>
            <p:cNvSpPr/>
            <p:nvPr/>
          </p:nvSpPr>
          <p:spPr>
            <a:xfrm rot="5400000">
              <a:off x="11352600" y="5490360"/>
              <a:ext cx="26280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grpSp>
        <p:nvGrpSpPr>
          <p:cNvPr id="101" name="Group 32"/>
          <p:cNvGrpSpPr/>
          <p:nvPr/>
        </p:nvGrpSpPr>
        <p:grpSpPr>
          <a:xfrm>
            <a:off x="838080" y="6082920"/>
            <a:ext cx="2638800" cy="286200"/>
            <a:chOff x="838080" y="6082920"/>
            <a:chExt cx="2638800" cy="286200"/>
          </a:xfrm>
        </p:grpSpPr>
        <p:sp>
          <p:nvSpPr>
            <p:cNvPr id="102" name="Flowchart: Connector 33"/>
            <p:cNvSpPr/>
            <p:nvPr/>
          </p:nvSpPr>
          <p:spPr>
            <a:xfrm>
              <a:off x="838080" y="6082920"/>
              <a:ext cx="28908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3" name="Flowchart: Connector 34"/>
            <p:cNvSpPr/>
            <p:nvPr/>
          </p:nvSpPr>
          <p:spPr>
            <a:xfrm>
              <a:off x="1127880" y="6082920"/>
              <a:ext cx="28908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4" name="Flowchart: Connector 35"/>
            <p:cNvSpPr/>
            <p:nvPr/>
          </p:nvSpPr>
          <p:spPr>
            <a:xfrm>
              <a:off x="1429920" y="6082920"/>
              <a:ext cx="28908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5" name="Flowchart: Connector 36"/>
            <p:cNvSpPr/>
            <p:nvPr/>
          </p:nvSpPr>
          <p:spPr>
            <a:xfrm>
              <a:off x="1729800" y="6082920"/>
              <a:ext cx="28908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6" name="Flowchart: Connector 37"/>
            <p:cNvSpPr/>
            <p:nvPr/>
          </p:nvSpPr>
          <p:spPr>
            <a:xfrm>
              <a:off x="2019240" y="6082920"/>
              <a:ext cx="28908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7" name="Flowchart: Connector 38"/>
            <p:cNvSpPr/>
            <p:nvPr/>
          </p:nvSpPr>
          <p:spPr>
            <a:xfrm>
              <a:off x="2309040" y="6082920"/>
              <a:ext cx="28908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8" name="Flowchart: Connector 39"/>
            <p:cNvSpPr/>
            <p:nvPr/>
          </p:nvSpPr>
          <p:spPr>
            <a:xfrm>
              <a:off x="2601000" y="6082920"/>
              <a:ext cx="28908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9" name="Flowchart: Connector 40"/>
            <p:cNvSpPr/>
            <p:nvPr/>
          </p:nvSpPr>
          <p:spPr>
            <a:xfrm>
              <a:off x="2900520" y="6082920"/>
              <a:ext cx="28908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10" name="Flowchart: Connector 41"/>
            <p:cNvSpPr/>
            <p:nvPr/>
          </p:nvSpPr>
          <p:spPr>
            <a:xfrm>
              <a:off x="3187800" y="6082920"/>
              <a:ext cx="28908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body"/>
          </p:nvPr>
        </p:nvSpPr>
        <p:spPr>
          <a:xfrm>
            <a:off x="980640" y="1825560"/>
            <a:ext cx="5038920" cy="399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038920" cy="399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pic>
        <p:nvPicPr>
          <p:cNvPr id="113" name="Picture 5" descr="A close up of a logo&#10;&#10;Description automatically generated"/>
          <p:cNvPicPr/>
          <p:nvPr/>
        </p:nvPicPr>
        <p:blipFill>
          <a:blip r:embed="rId2"/>
          <a:srcRect l="2685" t="34699" r="4053" b="31276"/>
          <a:stretch/>
        </p:blipFill>
        <p:spPr>
          <a:xfrm>
            <a:off x="8895960" y="5953680"/>
            <a:ext cx="1939320" cy="6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PlaceHolder 3"/>
          <p:cNvSpPr>
            <a:spLocks noGrp="1"/>
          </p:cNvSpPr>
          <p:nvPr>
            <p:ph type="title"/>
          </p:nvPr>
        </p:nvSpPr>
        <p:spPr>
          <a:xfrm>
            <a:off x="838080" y="365040"/>
            <a:ext cx="9997200" cy="896760"/>
          </a:xfrm>
          <a:prstGeom prst="rect">
            <a:avLst/>
          </a:prstGeom>
          <a:solidFill>
            <a:srgbClr val="AF1D4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31"/>
          <p:cNvGrpSpPr/>
          <p:nvPr/>
        </p:nvGrpSpPr>
        <p:grpSpPr>
          <a:xfrm>
            <a:off x="11341080" y="3366360"/>
            <a:ext cx="286200" cy="2398680"/>
            <a:chOff x="11341080" y="3366360"/>
            <a:chExt cx="286200" cy="2398680"/>
          </a:xfrm>
        </p:grpSpPr>
        <p:sp>
          <p:nvSpPr>
            <p:cNvPr id="116" name="Flowchart: Connector 22"/>
            <p:cNvSpPr/>
            <p:nvPr/>
          </p:nvSpPr>
          <p:spPr>
            <a:xfrm rot="5400000">
              <a:off x="11352600" y="3354480"/>
              <a:ext cx="26280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17" name="Flowchart: Connector 23"/>
            <p:cNvSpPr/>
            <p:nvPr/>
          </p:nvSpPr>
          <p:spPr>
            <a:xfrm rot="5400000">
              <a:off x="11352600" y="3617640"/>
              <a:ext cx="26280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18" name="Flowchart: Connector 24"/>
            <p:cNvSpPr/>
            <p:nvPr/>
          </p:nvSpPr>
          <p:spPr>
            <a:xfrm rot="5400000">
              <a:off x="11352600" y="3892680"/>
              <a:ext cx="26280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19" name="Flowchart: Connector 25"/>
            <p:cNvSpPr/>
            <p:nvPr/>
          </p:nvSpPr>
          <p:spPr>
            <a:xfrm rot="5400000">
              <a:off x="11352600" y="4164840"/>
              <a:ext cx="26280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20" name="Flowchart: Connector 26"/>
            <p:cNvSpPr/>
            <p:nvPr/>
          </p:nvSpPr>
          <p:spPr>
            <a:xfrm rot="5400000">
              <a:off x="11352600" y="4428360"/>
              <a:ext cx="26280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21" name="Flowchart: Connector 27"/>
            <p:cNvSpPr/>
            <p:nvPr/>
          </p:nvSpPr>
          <p:spPr>
            <a:xfrm rot="5400000">
              <a:off x="11352600" y="4691520"/>
              <a:ext cx="26280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22" name="Flowchart: Connector 28"/>
            <p:cNvSpPr/>
            <p:nvPr/>
          </p:nvSpPr>
          <p:spPr>
            <a:xfrm rot="5400000">
              <a:off x="11352600" y="4957200"/>
              <a:ext cx="26280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23" name="Flowchart: Connector 29"/>
            <p:cNvSpPr/>
            <p:nvPr/>
          </p:nvSpPr>
          <p:spPr>
            <a:xfrm rot="5400000">
              <a:off x="11352600" y="5229360"/>
              <a:ext cx="26280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24" name="Flowchart: Connector 30"/>
            <p:cNvSpPr/>
            <p:nvPr/>
          </p:nvSpPr>
          <p:spPr>
            <a:xfrm rot="5400000">
              <a:off x="11352600" y="5490360"/>
              <a:ext cx="26280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grpSp>
        <p:nvGrpSpPr>
          <p:cNvPr id="125" name="Group 32"/>
          <p:cNvGrpSpPr/>
          <p:nvPr/>
        </p:nvGrpSpPr>
        <p:grpSpPr>
          <a:xfrm>
            <a:off x="838080" y="6082920"/>
            <a:ext cx="2638800" cy="286200"/>
            <a:chOff x="838080" y="6082920"/>
            <a:chExt cx="2638800" cy="286200"/>
          </a:xfrm>
        </p:grpSpPr>
        <p:sp>
          <p:nvSpPr>
            <p:cNvPr id="126" name="Flowchart: Connector 33"/>
            <p:cNvSpPr/>
            <p:nvPr/>
          </p:nvSpPr>
          <p:spPr>
            <a:xfrm>
              <a:off x="838080" y="6082920"/>
              <a:ext cx="28908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27" name="Flowchart: Connector 34"/>
            <p:cNvSpPr/>
            <p:nvPr/>
          </p:nvSpPr>
          <p:spPr>
            <a:xfrm>
              <a:off x="1127880" y="6082920"/>
              <a:ext cx="28908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28" name="Flowchart: Connector 35"/>
            <p:cNvSpPr/>
            <p:nvPr/>
          </p:nvSpPr>
          <p:spPr>
            <a:xfrm>
              <a:off x="1429920" y="6082920"/>
              <a:ext cx="28908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29" name="Flowchart: Connector 36"/>
            <p:cNvSpPr/>
            <p:nvPr/>
          </p:nvSpPr>
          <p:spPr>
            <a:xfrm>
              <a:off x="1729800" y="6082920"/>
              <a:ext cx="28908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30" name="Flowchart: Connector 37"/>
            <p:cNvSpPr/>
            <p:nvPr/>
          </p:nvSpPr>
          <p:spPr>
            <a:xfrm>
              <a:off x="2019240" y="6082920"/>
              <a:ext cx="28908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31" name="Flowchart: Connector 38"/>
            <p:cNvSpPr/>
            <p:nvPr/>
          </p:nvSpPr>
          <p:spPr>
            <a:xfrm>
              <a:off x="2309040" y="6082920"/>
              <a:ext cx="28908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32" name="Flowchart: Connector 39"/>
            <p:cNvSpPr/>
            <p:nvPr/>
          </p:nvSpPr>
          <p:spPr>
            <a:xfrm>
              <a:off x="2601000" y="6082920"/>
              <a:ext cx="28908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33" name="Flowchart: Connector 40"/>
            <p:cNvSpPr/>
            <p:nvPr/>
          </p:nvSpPr>
          <p:spPr>
            <a:xfrm>
              <a:off x="2900520" y="6082920"/>
              <a:ext cx="28908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34" name="Flowchart: Connector 41"/>
            <p:cNvSpPr/>
            <p:nvPr/>
          </p:nvSpPr>
          <p:spPr>
            <a:xfrm>
              <a:off x="3187800" y="6082920"/>
              <a:ext cx="28908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sp>
        <p:nvSpPr>
          <p:cNvPr id="135" name="PlaceHolder 1"/>
          <p:cNvSpPr>
            <a:spLocks noGrp="1"/>
          </p:cNvSpPr>
          <p:nvPr>
            <p:ph type="body"/>
          </p:nvPr>
        </p:nvSpPr>
        <p:spPr>
          <a:xfrm>
            <a:off x="978480" y="1681200"/>
            <a:ext cx="50187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978480" y="2505240"/>
            <a:ext cx="5018760" cy="332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0187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018760" cy="332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pic>
        <p:nvPicPr>
          <p:cNvPr id="139" name="Picture 7" descr="A close up of a logo&#10;&#10;Description automatically generated"/>
          <p:cNvPicPr/>
          <p:nvPr/>
        </p:nvPicPr>
        <p:blipFill>
          <a:blip r:embed="rId2"/>
          <a:srcRect l="2676" t="34699" r="4054" b="31276"/>
          <a:stretch/>
        </p:blipFill>
        <p:spPr>
          <a:xfrm>
            <a:off x="8733600" y="6002280"/>
            <a:ext cx="2120040" cy="6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PlaceHolder 5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015200" cy="896760"/>
          </a:xfrm>
          <a:prstGeom prst="rect">
            <a:avLst/>
          </a:prstGeom>
          <a:solidFill>
            <a:srgbClr val="AF1D4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31"/>
          <p:cNvGrpSpPr/>
          <p:nvPr/>
        </p:nvGrpSpPr>
        <p:grpSpPr>
          <a:xfrm>
            <a:off x="11341080" y="3366360"/>
            <a:ext cx="286200" cy="2398680"/>
            <a:chOff x="11341080" y="3366360"/>
            <a:chExt cx="286200" cy="2398680"/>
          </a:xfrm>
        </p:grpSpPr>
        <p:sp>
          <p:nvSpPr>
            <p:cNvPr id="142" name="Flowchart: Connector 22"/>
            <p:cNvSpPr/>
            <p:nvPr/>
          </p:nvSpPr>
          <p:spPr>
            <a:xfrm rot="5400000">
              <a:off x="11352600" y="3354480"/>
              <a:ext cx="26280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43" name="Flowchart: Connector 23"/>
            <p:cNvSpPr/>
            <p:nvPr/>
          </p:nvSpPr>
          <p:spPr>
            <a:xfrm rot="5400000">
              <a:off x="11352600" y="3617640"/>
              <a:ext cx="26280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44" name="Flowchart: Connector 24"/>
            <p:cNvSpPr/>
            <p:nvPr/>
          </p:nvSpPr>
          <p:spPr>
            <a:xfrm rot="5400000">
              <a:off x="11352600" y="3892680"/>
              <a:ext cx="26280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45" name="Flowchart: Connector 25"/>
            <p:cNvSpPr/>
            <p:nvPr/>
          </p:nvSpPr>
          <p:spPr>
            <a:xfrm rot="5400000">
              <a:off x="11352600" y="4164840"/>
              <a:ext cx="26280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46" name="Flowchart: Connector 26"/>
            <p:cNvSpPr/>
            <p:nvPr/>
          </p:nvSpPr>
          <p:spPr>
            <a:xfrm rot="5400000">
              <a:off x="11352600" y="4428360"/>
              <a:ext cx="26280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47" name="Flowchart: Connector 27"/>
            <p:cNvSpPr/>
            <p:nvPr/>
          </p:nvSpPr>
          <p:spPr>
            <a:xfrm rot="5400000">
              <a:off x="11352600" y="4691520"/>
              <a:ext cx="26280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48" name="Flowchart: Connector 28"/>
            <p:cNvSpPr/>
            <p:nvPr/>
          </p:nvSpPr>
          <p:spPr>
            <a:xfrm rot="5400000">
              <a:off x="11352600" y="4957200"/>
              <a:ext cx="26280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49" name="Flowchart: Connector 29"/>
            <p:cNvSpPr/>
            <p:nvPr/>
          </p:nvSpPr>
          <p:spPr>
            <a:xfrm rot="5400000">
              <a:off x="11352600" y="5229360"/>
              <a:ext cx="26280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50" name="Flowchart: Connector 30"/>
            <p:cNvSpPr/>
            <p:nvPr/>
          </p:nvSpPr>
          <p:spPr>
            <a:xfrm rot="5400000">
              <a:off x="11352600" y="5490360"/>
              <a:ext cx="26280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grpSp>
        <p:nvGrpSpPr>
          <p:cNvPr id="151" name="Group 32"/>
          <p:cNvGrpSpPr/>
          <p:nvPr/>
        </p:nvGrpSpPr>
        <p:grpSpPr>
          <a:xfrm>
            <a:off x="838080" y="6082920"/>
            <a:ext cx="2638800" cy="286200"/>
            <a:chOff x="838080" y="6082920"/>
            <a:chExt cx="2638800" cy="286200"/>
          </a:xfrm>
        </p:grpSpPr>
        <p:sp>
          <p:nvSpPr>
            <p:cNvPr id="152" name="Flowchart: Connector 33"/>
            <p:cNvSpPr/>
            <p:nvPr/>
          </p:nvSpPr>
          <p:spPr>
            <a:xfrm>
              <a:off x="838080" y="6082920"/>
              <a:ext cx="28908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53" name="Flowchart: Connector 34"/>
            <p:cNvSpPr/>
            <p:nvPr/>
          </p:nvSpPr>
          <p:spPr>
            <a:xfrm>
              <a:off x="1127880" y="6082920"/>
              <a:ext cx="28908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54" name="Flowchart: Connector 35"/>
            <p:cNvSpPr/>
            <p:nvPr/>
          </p:nvSpPr>
          <p:spPr>
            <a:xfrm>
              <a:off x="1429920" y="6082920"/>
              <a:ext cx="28908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55" name="Flowchart: Connector 36"/>
            <p:cNvSpPr/>
            <p:nvPr/>
          </p:nvSpPr>
          <p:spPr>
            <a:xfrm>
              <a:off x="1729800" y="6082920"/>
              <a:ext cx="28908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56" name="Flowchart: Connector 37"/>
            <p:cNvSpPr/>
            <p:nvPr/>
          </p:nvSpPr>
          <p:spPr>
            <a:xfrm>
              <a:off x="2019240" y="6082920"/>
              <a:ext cx="28908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57" name="Flowchart: Connector 38"/>
            <p:cNvSpPr/>
            <p:nvPr/>
          </p:nvSpPr>
          <p:spPr>
            <a:xfrm>
              <a:off x="2309040" y="6082920"/>
              <a:ext cx="28908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58" name="Flowchart: Connector 39"/>
            <p:cNvSpPr/>
            <p:nvPr/>
          </p:nvSpPr>
          <p:spPr>
            <a:xfrm>
              <a:off x="2601000" y="6082920"/>
              <a:ext cx="28908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59" name="Flowchart: Connector 40"/>
            <p:cNvSpPr/>
            <p:nvPr/>
          </p:nvSpPr>
          <p:spPr>
            <a:xfrm>
              <a:off x="2900520" y="6082920"/>
              <a:ext cx="28908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60" name="Flowchart: Connector 41"/>
            <p:cNvSpPr/>
            <p:nvPr/>
          </p:nvSpPr>
          <p:spPr>
            <a:xfrm>
              <a:off x="3187800" y="6082920"/>
              <a:ext cx="28908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pic>
        <p:nvPicPr>
          <p:cNvPr id="161" name="Picture 3" descr="A close up of a logo&#10;&#10;Description automatically generated"/>
          <p:cNvPicPr/>
          <p:nvPr/>
        </p:nvPicPr>
        <p:blipFill>
          <a:blip r:embed="rId2"/>
          <a:srcRect l="2681" t="34693" r="4059" b="31276"/>
          <a:stretch/>
        </p:blipFill>
        <p:spPr>
          <a:xfrm>
            <a:off x="8356680" y="6017400"/>
            <a:ext cx="2457360" cy="6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975600" cy="896760"/>
          </a:xfrm>
          <a:prstGeom prst="rect">
            <a:avLst/>
          </a:prstGeom>
          <a:solidFill>
            <a:srgbClr val="AF1D4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31"/>
          <p:cNvGrpSpPr/>
          <p:nvPr/>
        </p:nvGrpSpPr>
        <p:grpSpPr>
          <a:xfrm>
            <a:off x="11341080" y="3366360"/>
            <a:ext cx="286200" cy="2398680"/>
            <a:chOff x="11341080" y="3366360"/>
            <a:chExt cx="286200" cy="2398680"/>
          </a:xfrm>
        </p:grpSpPr>
        <p:sp>
          <p:nvSpPr>
            <p:cNvPr id="164" name="Flowchart: Connector 22"/>
            <p:cNvSpPr/>
            <p:nvPr/>
          </p:nvSpPr>
          <p:spPr>
            <a:xfrm rot="5400000">
              <a:off x="11352600" y="3354480"/>
              <a:ext cx="26280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65" name="Flowchart: Connector 23"/>
            <p:cNvSpPr/>
            <p:nvPr/>
          </p:nvSpPr>
          <p:spPr>
            <a:xfrm rot="5400000">
              <a:off x="11352600" y="3617640"/>
              <a:ext cx="26280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66" name="Flowchart: Connector 24"/>
            <p:cNvSpPr/>
            <p:nvPr/>
          </p:nvSpPr>
          <p:spPr>
            <a:xfrm rot="5400000">
              <a:off x="11352600" y="3892680"/>
              <a:ext cx="26280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67" name="Flowchart: Connector 25"/>
            <p:cNvSpPr/>
            <p:nvPr/>
          </p:nvSpPr>
          <p:spPr>
            <a:xfrm rot="5400000">
              <a:off x="11352600" y="4164840"/>
              <a:ext cx="26280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68" name="Flowchart: Connector 26"/>
            <p:cNvSpPr/>
            <p:nvPr/>
          </p:nvSpPr>
          <p:spPr>
            <a:xfrm rot="5400000">
              <a:off x="11352600" y="4428360"/>
              <a:ext cx="26280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69" name="Flowchart: Connector 27"/>
            <p:cNvSpPr/>
            <p:nvPr/>
          </p:nvSpPr>
          <p:spPr>
            <a:xfrm rot="5400000">
              <a:off x="11352600" y="4691520"/>
              <a:ext cx="26280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70" name="Flowchart: Connector 28"/>
            <p:cNvSpPr/>
            <p:nvPr/>
          </p:nvSpPr>
          <p:spPr>
            <a:xfrm rot="5400000">
              <a:off x="11352600" y="4957200"/>
              <a:ext cx="26280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71" name="Flowchart: Connector 29"/>
            <p:cNvSpPr/>
            <p:nvPr/>
          </p:nvSpPr>
          <p:spPr>
            <a:xfrm rot="5400000">
              <a:off x="11352600" y="5229360"/>
              <a:ext cx="26280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72" name="Flowchart: Connector 30"/>
            <p:cNvSpPr/>
            <p:nvPr/>
          </p:nvSpPr>
          <p:spPr>
            <a:xfrm rot="5400000">
              <a:off x="11352600" y="5490360"/>
              <a:ext cx="26280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grpSp>
        <p:nvGrpSpPr>
          <p:cNvPr id="173" name="Group 32"/>
          <p:cNvGrpSpPr/>
          <p:nvPr/>
        </p:nvGrpSpPr>
        <p:grpSpPr>
          <a:xfrm>
            <a:off x="838080" y="6082920"/>
            <a:ext cx="2638800" cy="286200"/>
            <a:chOff x="838080" y="6082920"/>
            <a:chExt cx="2638800" cy="286200"/>
          </a:xfrm>
        </p:grpSpPr>
        <p:sp>
          <p:nvSpPr>
            <p:cNvPr id="174" name="Flowchart: Connector 33"/>
            <p:cNvSpPr/>
            <p:nvPr/>
          </p:nvSpPr>
          <p:spPr>
            <a:xfrm>
              <a:off x="838080" y="6082920"/>
              <a:ext cx="28908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75" name="Flowchart: Connector 34"/>
            <p:cNvSpPr/>
            <p:nvPr/>
          </p:nvSpPr>
          <p:spPr>
            <a:xfrm>
              <a:off x="1127880" y="6082920"/>
              <a:ext cx="28908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76" name="Flowchart: Connector 35"/>
            <p:cNvSpPr/>
            <p:nvPr/>
          </p:nvSpPr>
          <p:spPr>
            <a:xfrm>
              <a:off x="1429920" y="6082920"/>
              <a:ext cx="28908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77" name="Flowchart: Connector 36"/>
            <p:cNvSpPr/>
            <p:nvPr/>
          </p:nvSpPr>
          <p:spPr>
            <a:xfrm>
              <a:off x="1729800" y="6082920"/>
              <a:ext cx="28908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78" name="Flowchart: Connector 37"/>
            <p:cNvSpPr/>
            <p:nvPr/>
          </p:nvSpPr>
          <p:spPr>
            <a:xfrm>
              <a:off x="2019240" y="6082920"/>
              <a:ext cx="28908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79" name="Flowchart: Connector 38"/>
            <p:cNvSpPr/>
            <p:nvPr/>
          </p:nvSpPr>
          <p:spPr>
            <a:xfrm>
              <a:off x="2309040" y="6082920"/>
              <a:ext cx="28908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80" name="Flowchart: Connector 39"/>
            <p:cNvSpPr/>
            <p:nvPr/>
          </p:nvSpPr>
          <p:spPr>
            <a:xfrm>
              <a:off x="2601000" y="6082920"/>
              <a:ext cx="28908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81" name="Flowchart: Connector 40"/>
            <p:cNvSpPr/>
            <p:nvPr/>
          </p:nvSpPr>
          <p:spPr>
            <a:xfrm>
              <a:off x="2900520" y="6082920"/>
              <a:ext cx="28908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82" name="Flowchart: Connector 41"/>
            <p:cNvSpPr/>
            <p:nvPr/>
          </p:nvSpPr>
          <p:spPr>
            <a:xfrm>
              <a:off x="3187800" y="6082920"/>
              <a:ext cx="28908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pic>
        <p:nvPicPr>
          <p:cNvPr id="183" name="Picture 1" descr="A close up of a logo&#10;&#10;Description automatically generated"/>
          <p:cNvPicPr/>
          <p:nvPr/>
        </p:nvPicPr>
        <p:blipFill>
          <a:blip r:embed="rId2"/>
          <a:srcRect l="2677" t="34699" r="4058" b="31276"/>
          <a:stretch/>
        </p:blipFill>
        <p:spPr>
          <a:xfrm>
            <a:off x="8895960" y="5953680"/>
            <a:ext cx="1966680" cy="6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Click to edit the title text format</a:t>
            </a: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31"/>
          <p:cNvGrpSpPr/>
          <p:nvPr/>
        </p:nvGrpSpPr>
        <p:grpSpPr>
          <a:xfrm>
            <a:off x="11341080" y="3366360"/>
            <a:ext cx="286200" cy="2398680"/>
            <a:chOff x="11341080" y="3366360"/>
            <a:chExt cx="286200" cy="2398680"/>
          </a:xfrm>
        </p:grpSpPr>
        <p:sp>
          <p:nvSpPr>
            <p:cNvPr id="187" name="Flowchart: Connector 22"/>
            <p:cNvSpPr/>
            <p:nvPr/>
          </p:nvSpPr>
          <p:spPr>
            <a:xfrm rot="5400000">
              <a:off x="11352600" y="3354480"/>
              <a:ext cx="26280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88" name="Flowchart: Connector 23"/>
            <p:cNvSpPr/>
            <p:nvPr/>
          </p:nvSpPr>
          <p:spPr>
            <a:xfrm rot="5400000">
              <a:off x="11352600" y="3617640"/>
              <a:ext cx="26280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89" name="Flowchart: Connector 24"/>
            <p:cNvSpPr/>
            <p:nvPr/>
          </p:nvSpPr>
          <p:spPr>
            <a:xfrm rot="5400000">
              <a:off x="11352600" y="3892680"/>
              <a:ext cx="26280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90" name="Flowchart: Connector 25"/>
            <p:cNvSpPr/>
            <p:nvPr/>
          </p:nvSpPr>
          <p:spPr>
            <a:xfrm rot="5400000">
              <a:off x="11352600" y="4164840"/>
              <a:ext cx="26280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91" name="Flowchart: Connector 26"/>
            <p:cNvSpPr/>
            <p:nvPr/>
          </p:nvSpPr>
          <p:spPr>
            <a:xfrm rot="5400000">
              <a:off x="11352600" y="4428360"/>
              <a:ext cx="26280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92" name="Flowchart: Connector 27"/>
            <p:cNvSpPr/>
            <p:nvPr/>
          </p:nvSpPr>
          <p:spPr>
            <a:xfrm rot="5400000">
              <a:off x="11352600" y="4691520"/>
              <a:ext cx="26280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93" name="Flowchart: Connector 28"/>
            <p:cNvSpPr/>
            <p:nvPr/>
          </p:nvSpPr>
          <p:spPr>
            <a:xfrm rot="5400000">
              <a:off x="11352600" y="4957200"/>
              <a:ext cx="26280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94" name="Flowchart: Connector 29"/>
            <p:cNvSpPr/>
            <p:nvPr/>
          </p:nvSpPr>
          <p:spPr>
            <a:xfrm rot="5400000">
              <a:off x="11352600" y="5229360"/>
              <a:ext cx="26280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95" name="Flowchart: Connector 30"/>
            <p:cNvSpPr/>
            <p:nvPr/>
          </p:nvSpPr>
          <p:spPr>
            <a:xfrm rot="5400000">
              <a:off x="11352600" y="5490360"/>
              <a:ext cx="26280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grpSp>
        <p:nvGrpSpPr>
          <p:cNvPr id="196" name="Group 32"/>
          <p:cNvGrpSpPr/>
          <p:nvPr/>
        </p:nvGrpSpPr>
        <p:grpSpPr>
          <a:xfrm>
            <a:off x="838080" y="6082920"/>
            <a:ext cx="2638800" cy="286200"/>
            <a:chOff x="838080" y="6082920"/>
            <a:chExt cx="2638800" cy="286200"/>
          </a:xfrm>
        </p:grpSpPr>
        <p:sp>
          <p:nvSpPr>
            <p:cNvPr id="197" name="Flowchart: Connector 33"/>
            <p:cNvSpPr/>
            <p:nvPr/>
          </p:nvSpPr>
          <p:spPr>
            <a:xfrm>
              <a:off x="838080" y="6082920"/>
              <a:ext cx="28908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98" name="Flowchart: Connector 34"/>
            <p:cNvSpPr/>
            <p:nvPr/>
          </p:nvSpPr>
          <p:spPr>
            <a:xfrm>
              <a:off x="1127880" y="6082920"/>
              <a:ext cx="28908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99" name="Flowchart: Connector 35"/>
            <p:cNvSpPr/>
            <p:nvPr/>
          </p:nvSpPr>
          <p:spPr>
            <a:xfrm>
              <a:off x="1429920" y="6082920"/>
              <a:ext cx="28908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00" name="Flowchart: Connector 36"/>
            <p:cNvSpPr/>
            <p:nvPr/>
          </p:nvSpPr>
          <p:spPr>
            <a:xfrm>
              <a:off x="1729800" y="6082920"/>
              <a:ext cx="28908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01" name="Flowchart: Connector 37"/>
            <p:cNvSpPr/>
            <p:nvPr/>
          </p:nvSpPr>
          <p:spPr>
            <a:xfrm>
              <a:off x="2019240" y="6082920"/>
              <a:ext cx="28908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02" name="Flowchart: Connector 38"/>
            <p:cNvSpPr/>
            <p:nvPr/>
          </p:nvSpPr>
          <p:spPr>
            <a:xfrm>
              <a:off x="2309040" y="6082920"/>
              <a:ext cx="28908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03" name="Flowchart: Connector 39"/>
            <p:cNvSpPr/>
            <p:nvPr/>
          </p:nvSpPr>
          <p:spPr>
            <a:xfrm>
              <a:off x="2601000" y="6082920"/>
              <a:ext cx="28908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04" name="Flowchart: Connector 40"/>
            <p:cNvSpPr/>
            <p:nvPr/>
          </p:nvSpPr>
          <p:spPr>
            <a:xfrm>
              <a:off x="2900520" y="6082920"/>
              <a:ext cx="28908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05" name="Flowchart: Connector 41"/>
            <p:cNvSpPr/>
            <p:nvPr/>
          </p:nvSpPr>
          <p:spPr>
            <a:xfrm>
              <a:off x="3187800" y="6082920"/>
              <a:ext cx="28908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  <p:pic>
        <p:nvPicPr>
          <p:cNvPr id="209" name="Picture 4" descr="A close up of a logo&#10;&#10;Description automatically generated"/>
          <p:cNvPicPr/>
          <p:nvPr/>
        </p:nvPicPr>
        <p:blipFill>
          <a:blip r:embed="rId2"/>
          <a:srcRect l="2677" t="34699" r="4058" b="31276"/>
          <a:stretch/>
        </p:blipFill>
        <p:spPr>
          <a:xfrm>
            <a:off x="8895960" y="5953680"/>
            <a:ext cx="1966680" cy="655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roup 31"/>
          <p:cNvGrpSpPr/>
          <p:nvPr/>
        </p:nvGrpSpPr>
        <p:grpSpPr>
          <a:xfrm>
            <a:off x="11341080" y="3366360"/>
            <a:ext cx="286200" cy="2398680"/>
            <a:chOff x="11341080" y="3366360"/>
            <a:chExt cx="286200" cy="2398680"/>
          </a:xfrm>
        </p:grpSpPr>
        <p:sp>
          <p:nvSpPr>
            <p:cNvPr id="211" name="Flowchart: Connector 22"/>
            <p:cNvSpPr/>
            <p:nvPr/>
          </p:nvSpPr>
          <p:spPr>
            <a:xfrm rot="5400000">
              <a:off x="11352600" y="3354480"/>
              <a:ext cx="26280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12" name="Flowchart: Connector 23"/>
            <p:cNvSpPr/>
            <p:nvPr/>
          </p:nvSpPr>
          <p:spPr>
            <a:xfrm rot="5400000">
              <a:off x="11352600" y="3617640"/>
              <a:ext cx="26280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13" name="Flowchart: Connector 24"/>
            <p:cNvSpPr/>
            <p:nvPr/>
          </p:nvSpPr>
          <p:spPr>
            <a:xfrm rot="5400000">
              <a:off x="11352600" y="3892680"/>
              <a:ext cx="26280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14" name="Flowchart: Connector 25"/>
            <p:cNvSpPr/>
            <p:nvPr/>
          </p:nvSpPr>
          <p:spPr>
            <a:xfrm rot="5400000">
              <a:off x="11352600" y="4164840"/>
              <a:ext cx="26280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15" name="Flowchart: Connector 26"/>
            <p:cNvSpPr/>
            <p:nvPr/>
          </p:nvSpPr>
          <p:spPr>
            <a:xfrm rot="5400000">
              <a:off x="11352600" y="4428360"/>
              <a:ext cx="26280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16" name="Flowchart: Connector 27"/>
            <p:cNvSpPr/>
            <p:nvPr/>
          </p:nvSpPr>
          <p:spPr>
            <a:xfrm rot="5400000">
              <a:off x="11352600" y="4691520"/>
              <a:ext cx="26280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17" name="Flowchart: Connector 28"/>
            <p:cNvSpPr/>
            <p:nvPr/>
          </p:nvSpPr>
          <p:spPr>
            <a:xfrm rot="5400000">
              <a:off x="11352600" y="4957200"/>
              <a:ext cx="26280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18" name="Flowchart: Connector 29"/>
            <p:cNvSpPr/>
            <p:nvPr/>
          </p:nvSpPr>
          <p:spPr>
            <a:xfrm rot="5400000">
              <a:off x="11352600" y="5229360"/>
              <a:ext cx="26280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19" name="Flowchart: Connector 30"/>
            <p:cNvSpPr/>
            <p:nvPr/>
          </p:nvSpPr>
          <p:spPr>
            <a:xfrm rot="5400000">
              <a:off x="11352600" y="5490360"/>
              <a:ext cx="26280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grpSp>
        <p:nvGrpSpPr>
          <p:cNvPr id="220" name="Group 32"/>
          <p:cNvGrpSpPr/>
          <p:nvPr/>
        </p:nvGrpSpPr>
        <p:grpSpPr>
          <a:xfrm>
            <a:off x="838080" y="6082920"/>
            <a:ext cx="2638800" cy="286200"/>
            <a:chOff x="838080" y="6082920"/>
            <a:chExt cx="2638800" cy="286200"/>
          </a:xfrm>
        </p:grpSpPr>
        <p:sp>
          <p:nvSpPr>
            <p:cNvPr id="221" name="Flowchart: Connector 33"/>
            <p:cNvSpPr/>
            <p:nvPr/>
          </p:nvSpPr>
          <p:spPr>
            <a:xfrm>
              <a:off x="838080" y="6082920"/>
              <a:ext cx="289080" cy="28620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22" name="Flowchart: Connector 34"/>
            <p:cNvSpPr/>
            <p:nvPr/>
          </p:nvSpPr>
          <p:spPr>
            <a:xfrm>
              <a:off x="1127880" y="6082920"/>
              <a:ext cx="289080" cy="28620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23" name="Flowchart: Connector 35"/>
            <p:cNvSpPr/>
            <p:nvPr/>
          </p:nvSpPr>
          <p:spPr>
            <a:xfrm>
              <a:off x="1429920" y="6082920"/>
              <a:ext cx="289080" cy="28620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24" name="Flowchart: Connector 36"/>
            <p:cNvSpPr/>
            <p:nvPr/>
          </p:nvSpPr>
          <p:spPr>
            <a:xfrm>
              <a:off x="1729800" y="6082920"/>
              <a:ext cx="289080" cy="28620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25" name="Flowchart: Connector 37"/>
            <p:cNvSpPr/>
            <p:nvPr/>
          </p:nvSpPr>
          <p:spPr>
            <a:xfrm>
              <a:off x="2019240" y="6082920"/>
              <a:ext cx="289080" cy="28620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26" name="Flowchart: Connector 38"/>
            <p:cNvSpPr/>
            <p:nvPr/>
          </p:nvSpPr>
          <p:spPr>
            <a:xfrm>
              <a:off x="2309040" y="6082920"/>
              <a:ext cx="289080" cy="28620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rgbClr val="FFFFFF">
                  <a:lumMod val="8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27" name="Flowchart: Connector 39"/>
            <p:cNvSpPr/>
            <p:nvPr/>
          </p:nvSpPr>
          <p:spPr>
            <a:xfrm>
              <a:off x="2601000" y="6082920"/>
              <a:ext cx="289080" cy="2862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28" name="Flowchart: Connector 40"/>
            <p:cNvSpPr/>
            <p:nvPr/>
          </p:nvSpPr>
          <p:spPr>
            <a:xfrm>
              <a:off x="2900520" y="6082920"/>
              <a:ext cx="289080" cy="28620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29" name="Flowchart: Connector 41"/>
            <p:cNvSpPr/>
            <p:nvPr/>
          </p:nvSpPr>
          <p:spPr>
            <a:xfrm>
              <a:off x="3187800" y="6082920"/>
              <a:ext cx="289080" cy="28620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</p:grpSp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  <p:pic>
        <p:nvPicPr>
          <p:cNvPr id="233" name="Picture 4" descr="A close up of a logo&#10;&#10;Description automatically generated"/>
          <p:cNvPicPr/>
          <p:nvPr/>
        </p:nvPicPr>
        <p:blipFill>
          <a:blip r:embed="rId2"/>
          <a:srcRect l="2677" t="34699" r="4058" b="31276"/>
          <a:stretch/>
        </p:blipFill>
        <p:spPr>
          <a:xfrm>
            <a:off x="8895960" y="5953680"/>
            <a:ext cx="1966680" cy="655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Box 1"/>
          <p:cNvSpPr/>
          <p:nvPr/>
        </p:nvSpPr>
        <p:spPr>
          <a:xfrm>
            <a:off x="887400" y="167400"/>
            <a:ext cx="10416960" cy="5261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GB" sz="4000" dirty="0">
                <a:solidFill>
                  <a:srgbClr val="800000"/>
                </a:solidFill>
                <a:ea typeface="+mn-lt"/>
                <a:cs typeface="+mn-lt"/>
              </a:rPr>
              <a:t>Edge AI-Driven Stealth Drone for Autonomous Object Following </a:t>
            </a:r>
          </a:p>
          <a:p>
            <a:pPr algn="ctr"/>
            <a:endParaRPr lang="en-GB" sz="4000" b="1" u="none" strike="noStrike" dirty="0">
              <a:solidFill>
                <a:srgbClr val="800000"/>
              </a:solidFill>
              <a:effectLst/>
              <a:uFillTx/>
              <a:latin typeface="Times New Roman"/>
              <a:ea typeface="+mn-lt"/>
              <a:cs typeface="+mn-lt"/>
            </a:endParaRPr>
          </a:p>
          <a:p>
            <a:pPr algn="ctr"/>
            <a:r>
              <a:rPr lang="en-IN" sz="3200" b="1" dirty="0">
                <a:solidFill>
                  <a:srgbClr val="349D17"/>
                </a:solidFill>
                <a:latin typeface="Times New Roman"/>
              </a:rPr>
              <a:t>Aravindhan K</a:t>
            </a:r>
            <a:r>
              <a:rPr lang="en-IN" sz="3200" b="1" u="none" strike="noStrike" dirty="0">
                <a:solidFill>
                  <a:srgbClr val="349D17"/>
                </a:solidFill>
                <a:effectLst/>
                <a:uFillTx/>
                <a:latin typeface="Times New Roman"/>
              </a:rPr>
              <a:t>[CH.EN.U4CYS220</a:t>
            </a:r>
            <a:r>
              <a:rPr lang="en-IN" sz="3200" b="1" dirty="0">
                <a:solidFill>
                  <a:srgbClr val="349D17"/>
                </a:solidFill>
                <a:latin typeface="Times New Roman"/>
              </a:rPr>
              <a:t>01</a:t>
            </a:r>
            <a:r>
              <a:rPr lang="en-IN" sz="3200" b="1" u="none" strike="noStrike" dirty="0">
                <a:solidFill>
                  <a:srgbClr val="349D17"/>
                </a:solidFill>
                <a:effectLst/>
                <a:uFillTx/>
                <a:latin typeface="Times New Roman"/>
              </a:rPr>
              <a:t>]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Nimbus Roman"/>
            </a:endParaRPr>
          </a:p>
          <a:p>
            <a:pPr algn="ctr" defTabSz="914400">
              <a:lnSpc>
                <a:spcPct val="100000"/>
              </a:lnSpc>
            </a:pPr>
            <a:r>
              <a:rPr lang="en-IN" sz="3200" b="1" dirty="0">
                <a:solidFill>
                  <a:srgbClr val="349D17"/>
                </a:solidFill>
                <a:latin typeface="Times New Roman"/>
              </a:rPr>
              <a:t>Mithun</a:t>
            </a:r>
            <a:r>
              <a:rPr lang="en-IN" sz="3200" b="1" u="none" strike="noStrike" dirty="0">
                <a:solidFill>
                  <a:srgbClr val="349D17"/>
                </a:solidFill>
                <a:effectLst/>
                <a:uFillTx/>
                <a:latin typeface="Times New Roman"/>
              </a:rPr>
              <a:t> R [CH.EN.U4CYS22032]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Nimbus Roman"/>
            </a:endParaRPr>
          </a:p>
          <a:p>
            <a:pPr algn="ctr" defTabSz="914400">
              <a:lnSpc>
                <a:spcPct val="100000"/>
              </a:lnSpc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Nimbus Roman"/>
            </a:endParaRPr>
          </a:p>
          <a:p>
            <a:pPr algn="ctr" defTabSz="914400">
              <a:lnSpc>
                <a:spcPct val="100000"/>
              </a:lnSpc>
            </a:pPr>
            <a:r>
              <a:rPr lang="en-IN" sz="3200" b="0" u="none" strike="noStrike" dirty="0">
                <a:solidFill>
                  <a:srgbClr val="C00000"/>
                </a:solidFill>
                <a:effectLst/>
                <a:uFillTx/>
                <a:latin typeface="Gill Sans MT"/>
              </a:rPr>
              <a:t>Dr. Prabu M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Nimbus Roman"/>
            </a:endParaRPr>
          </a:p>
          <a:p>
            <a:pPr algn="ctr" defTabSz="914400">
              <a:lnSpc>
                <a:spcPct val="100000"/>
              </a:lnSpc>
            </a:pP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Nimbus Roman"/>
            </a:endParaRPr>
          </a:p>
          <a:p>
            <a:pPr algn="ctr" defTabSz="914400">
              <a:lnSpc>
                <a:spcPct val="100000"/>
              </a:lnSpc>
            </a:pP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pic>
        <p:nvPicPr>
          <p:cNvPr id="241" name="Picture 240"/>
          <p:cNvPicPr/>
          <p:nvPr/>
        </p:nvPicPr>
        <p:blipFill>
          <a:blip r:embed="rId3"/>
          <a:stretch/>
        </p:blipFill>
        <p:spPr>
          <a:xfrm>
            <a:off x="3486978" y="4828761"/>
            <a:ext cx="5209920" cy="1552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object 2"/>
          <p:cNvSpPr/>
          <p:nvPr/>
        </p:nvSpPr>
        <p:spPr>
          <a:xfrm>
            <a:off x="259560" y="196200"/>
            <a:ext cx="7405920" cy="627840"/>
          </a:xfrm>
          <a:prstGeom prst="rect">
            <a:avLst/>
          </a:prstGeom>
          <a:solidFill>
            <a:srgbClr val="AF1D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ctr">
            <a:spAutoFit/>
          </a:bodyPr>
          <a:lstStyle/>
          <a:p>
            <a:pPr marL="12600" algn="ctr" defTabSz="914400">
              <a:lnSpc>
                <a:spcPct val="100000"/>
              </a:lnSpc>
              <a:spcBef>
                <a:spcPts val="99"/>
              </a:spcBef>
            </a:pPr>
            <a:r>
              <a:rPr lang="en-IN" sz="4000" b="1" u="none" strike="noStrike" spc="-6">
                <a:solidFill>
                  <a:schemeClr val="lt1"/>
                </a:solidFill>
                <a:effectLst/>
                <a:uFillTx/>
                <a:latin typeface="Arial"/>
              </a:rPr>
              <a:t>Introduction / Background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Nimbus Roman"/>
            </a:endParaRPr>
          </a:p>
        </p:txBody>
      </p:sp>
      <p:sp>
        <p:nvSpPr>
          <p:cNvPr id="243" name="Content Placeholder 2"/>
          <p:cNvSpPr/>
          <p:nvPr/>
        </p:nvSpPr>
        <p:spPr>
          <a:xfrm>
            <a:off x="104616" y="1468512"/>
            <a:ext cx="11232720" cy="44388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buClr>
                <a:srgbClr val="000000"/>
              </a:buClr>
              <a:buFont typeface="Arial"/>
              <a:buChar char="•"/>
            </a:pPr>
            <a:endParaRPr lang="en-IN" sz="24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C36927-77B1-898B-0D84-6324B8F4B44E}"/>
              </a:ext>
            </a:extLst>
          </p:cNvPr>
          <p:cNvSpPr txBox="1"/>
          <p:nvPr/>
        </p:nvSpPr>
        <p:spPr>
          <a:xfrm>
            <a:off x="-920016" y="3822192"/>
            <a:ext cx="1093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B5A48E0-238C-3570-C9A3-5A6854DEF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44" y="1513868"/>
            <a:ext cx="90490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UAVs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widely used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surveillance, monitoring,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robotics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drones rely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control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decision-making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adaptability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autonomous systems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intelligent behavior. 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BC9DB08-F694-2C84-84BF-225673A67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44" y="3822192"/>
            <a:ext cx="995336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AI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processing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local devices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YOLO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fast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detection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Vision-based tracking works without GPS dependency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Wireless control introduces security risks like spoofing and injection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object 2"/>
          <p:cNvSpPr/>
          <p:nvPr/>
        </p:nvSpPr>
        <p:spPr>
          <a:xfrm>
            <a:off x="259560" y="196200"/>
            <a:ext cx="5199859" cy="627840"/>
          </a:xfrm>
          <a:prstGeom prst="rect">
            <a:avLst/>
          </a:prstGeom>
          <a:solidFill>
            <a:srgbClr val="AF1D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ctr">
            <a:spAutoFit/>
          </a:bodyPr>
          <a:lstStyle/>
          <a:p>
            <a:pPr marL="12065" algn="ctr">
              <a:spcBef>
                <a:spcPts val="99"/>
              </a:spcBef>
            </a:pPr>
            <a:r>
              <a:rPr lang="en-IN" sz="4000" b="1" spc="-6" dirty="0">
                <a:solidFill>
                  <a:schemeClr val="lt1"/>
                </a:solidFill>
                <a:latin typeface="Arial"/>
              </a:rPr>
              <a:t>Architecture Diagram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Nimbus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875079-2A25-120B-FE3F-B77C8E956C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74"/>
          <a:stretch>
            <a:fillRect/>
          </a:stretch>
        </p:blipFill>
        <p:spPr>
          <a:xfrm>
            <a:off x="871728" y="1014984"/>
            <a:ext cx="9753600" cy="46922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object 2"/>
          <p:cNvSpPr/>
          <p:nvPr/>
        </p:nvSpPr>
        <p:spPr>
          <a:xfrm>
            <a:off x="218147" y="255498"/>
            <a:ext cx="8721162" cy="628276"/>
          </a:xfrm>
          <a:prstGeom prst="rect">
            <a:avLst/>
          </a:prstGeom>
          <a:solidFill>
            <a:srgbClr val="AF1D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ctr">
            <a:spAutoFit/>
          </a:bodyPr>
          <a:lstStyle/>
          <a:p>
            <a:pPr marL="12065" algn="ctr">
              <a:spcBef>
                <a:spcPts val="99"/>
              </a:spcBef>
            </a:pPr>
            <a:r>
              <a:rPr lang="en-IN" sz="4000" b="1" u="none" strike="noStrike" spc="-6" dirty="0">
                <a:solidFill>
                  <a:schemeClr val="lt1"/>
                </a:solidFill>
                <a:effectLst/>
                <a:uFillTx/>
                <a:latin typeface="Arial"/>
                <a:ea typeface="+mn-lt"/>
                <a:cs typeface="Arial"/>
              </a:rPr>
              <a:t>Problem </a:t>
            </a:r>
            <a:r>
              <a:rPr lang="en-IN" sz="4000" b="1" spc="-6" dirty="0">
                <a:solidFill>
                  <a:schemeClr val="lt1"/>
                </a:solidFill>
                <a:latin typeface="Arial"/>
                <a:ea typeface="+mn-lt"/>
                <a:cs typeface="Arial"/>
              </a:rPr>
              <a:t>Identification &amp; </a:t>
            </a:r>
            <a:r>
              <a:rPr lang="en-IN" sz="4000" b="1" u="none" strike="noStrike" spc="-6" dirty="0">
                <a:solidFill>
                  <a:schemeClr val="lt1"/>
                </a:solidFill>
                <a:effectLst/>
                <a:uFillTx/>
                <a:latin typeface="Arial"/>
                <a:ea typeface="+mn-lt"/>
                <a:cs typeface="Arial"/>
              </a:rPr>
              <a:t>Statement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49" name="Content Placeholder 2"/>
          <p:cNvSpPr/>
          <p:nvPr/>
        </p:nvSpPr>
        <p:spPr>
          <a:xfrm>
            <a:off x="1184363" y="3794354"/>
            <a:ext cx="10886472" cy="53519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buClr>
                <a:srgbClr val="000000"/>
              </a:buClr>
            </a:pPr>
            <a:endParaRPr lang="en-US" sz="2400" dirty="0">
              <a:solidFill>
                <a:schemeClr val="dk1"/>
              </a:solidFill>
              <a:ea typeface="+mn-lt"/>
              <a:cs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B8CDD6-470B-714B-29E1-2D6376560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755" y="1225065"/>
            <a:ext cx="965606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cloud communication affects real-time tracking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ability to handle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environments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fast motion or occlusion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decision-making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the device level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DF5F74-BF53-D66D-113E-35F2D4BFD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755" y="2709272"/>
            <a:ext cx="104153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Cloud-dependent architectures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 reliability in unstable network conditions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Absence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intelligence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limits responsiveness and adaptability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or no implementation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command validation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a system that combines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low-latency Edge 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autonomous control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 Trust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object 2"/>
          <p:cNvSpPr/>
          <p:nvPr/>
        </p:nvSpPr>
        <p:spPr>
          <a:xfrm>
            <a:off x="259560" y="196200"/>
            <a:ext cx="3230101" cy="627840"/>
          </a:xfrm>
          <a:prstGeom prst="rect">
            <a:avLst/>
          </a:prstGeom>
          <a:solidFill>
            <a:srgbClr val="AF1D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ctr">
            <a:spAutoFit/>
          </a:bodyPr>
          <a:lstStyle/>
          <a:p>
            <a:pPr marL="12065" algn="ctr">
              <a:spcBef>
                <a:spcPts val="99"/>
              </a:spcBef>
            </a:pPr>
            <a:r>
              <a:rPr lang="en-IN" sz="4000" b="1" spc="-6" dirty="0">
                <a:solidFill>
                  <a:schemeClr val="lt1"/>
                </a:solidFill>
                <a:latin typeface="Arial"/>
                <a:cs typeface="Arial"/>
              </a:rPr>
              <a:t>Our Solution</a:t>
            </a:r>
          </a:p>
        </p:txBody>
      </p:sp>
      <p:sp>
        <p:nvSpPr>
          <p:cNvPr id="245" name="Content Placeholder 2"/>
          <p:cNvSpPr/>
          <p:nvPr/>
        </p:nvSpPr>
        <p:spPr>
          <a:xfrm>
            <a:off x="379734" y="1188358"/>
            <a:ext cx="11232720" cy="51902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Font typeface="Arial"/>
            </a:pPr>
            <a:endParaRPr lang="en-IN" sz="2600" b="1" dirty="0">
              <a:solidFill>
                <a:schemeClr val="dk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E70A5B4-3332-8F75-9AD3-57F5BA213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80687"/>
              </p:ext>
            </p:extLst>
          </p:nvPr>
        </p:nvGraphicFramePr>
        <p:xfrm>
          <a:off x="734785" y="1460499"/>
          <a:ext cx="10527156" cy="37541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09052">
                  <a:extLst>
                    <a:ext uri="{9D8B030D-6E8A-4147-A177-3AD203B41FA5}">
                      <a16:colId xmlns:a16="http://schemas.microsoft.com/office/drawing/2014/main" val="4083170554"/>
                    </a:ext>
                  </a:extLst>
                </a:gridCol>
                <a:gridCol w="3510275">
                  <a:extLst>
                    <a:ext uri="{9D8B030D-6E8A-4147-A177-3AD203B41FA5}">
                      <a16:colId xmlns:a16="http://schemas.microsoft.com/office/drawing/2014/main" val="1842849970"/>
                    </a:ext>
                  </a:extLst>
                </a:gridCol>
                <a:gridCol w="3507829">
                  <a:extLst>
                    <a:ext uri="{9D8B030D-6E8A-4147-A177-3AD203B41FA5}">
                      <a16:colId xmlns:a16="http://schemas.microsoft.com/office/drawing/2014/main" val="1444859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449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dirty="0"/>
                        <a:t>Edge AI Vision Module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dirty="0"/>
                        <a:t>Real-time "YOLO-based detection" on "Raspberry Pi" without cloud dependency.</a:t>
                      </a:r>
                      <a:r>
                        <a:rPr lang="en-GB" b="0" dirty="0"/>
                        <a:t>.</a:t>
                      </a:r>
                      <a:endParaRPr lang="en-GB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Enables "low-latency" and reliable real-time tracking.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886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dirty="0"/>
                        <a:t>Autonomous Tracking Logic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Uses "centroid-based tracking" to generate movement commands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Provides "smooth autonomous following" with minimal manual control.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984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dirty="0"/>
                        <a:t>Zero Trust Command Validation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Applies "token-based validation" to verify all commands.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Ensures "secure operation" and prevents unauthorized control.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808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dirty="0"/>
                        <a:t>Secure Communication Pipeline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Uses a "validated communication channel" between edge device and drone.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Ensures "safe command transmission" and reduces spoofing risks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7309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8E2C3-3F3D-6857-0FE6-79616DAA7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object 2">
            <a:extLst>
              <a:ext uri="{FF2B5EF4-FFF2-40B4-BE49-F238E27FC236}">
                <a16:creationId xmlns:a16="http://schemas.microsoft.com/office/drawing/2014/main" id="{55B227E2-20D4-B075-5CED-8E178687E8CC}"/>
              </a:ext>
            </a:extLst>
          </p:cNvPr>
          <p:cNvSpPr/>
          <p:nvPr/>
        </p:nvSpPr>
        <p:spPr>
          <a:xfrm>
            <a:off x="4432417" y="3117200"/>
            <a:ext cx="3331145" cy="627840"/>
          </a:xfrm>
          <a:prstGeom prst="rect">
            <a:avLst/>
          </a:prstGeom>
          <a:solidFill>
            <a:srgbClr val="AF1D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ctr">
            <a:spAutoFit/>
          </a:bodyPr>
          <a:lstStyle/>
          <a:p>
            <a:pPr marL="12065" algn="ctr">
              <a:spcBef>
                <a:spcPts val="99"/>
              </a:spcBef>
            </a:pPr>
            <a:r>
              <a:rPr lang="en-IN" sz="4000" b="1" spc="-6" dirty="0">
                <a:solidFill>
                  <a:schemeClr val="lt1"/>
                </a:solidFill>
                <a:latin typeface="Arial"/>
              </a:rPr>
              <a:t>Project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2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A1120-4296-68D6-96F1-09CE58C23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object 2">
            <a:extLst>
              <a:ext uri="{FF2B5EF4-FFF2-40B4-BE49-F238E27FC236}">
                <a16:creationId xmlns:a16="http://schemas.microsoft.com/office/drawing/2014/main" id="{DFF5A7F2-AF2B-070E-FA89-03CE57F3E148}"/>
              </a:ext>
            </a:extLst>
          </p:cNvPr>
          <p:cNvSpPr/>
          <p:nvPr/>
        </p:nvSpPr>
        <p:spPr>
          <a:xfrm>
            <a:off x="223274" y="277843"/>
            <a:ext cx="3331145" cy="627840"/>
          </a:xfrm>
          <a:prstGeom prst="rect">
            <a:avLst/>
          </a:prstGeom>
          <a:solidFill>
            <a:srgbClr val="AF1D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ctr">
            <a:spAutoFit/>
          </a:bodyPr>
          <a:lstStyle/>
          <a:p>
            <a:pPr marL="12065" algn="ctr">
              <a:spcBef>
                <a:spcPts val="99"/>
              </a:spcBef>
            </a:pPr>
            <a:r>
              <a:rPr lang="en-IN" sz="4000" b="1" spc="-6" dirty="0">
                <a:solidFill>
                  <a:schemeClr val="lt1"/>
                </a:solidFill>
                <a:latin typeface="Arial"/>
              </a:rPr>
              <a:t>Evaluation</a:t>
            </a:r>
            <a:endParaRPr lang="en-US" dirty="0">
              <a:solidFill>
                <a:schemeClr val="l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03CA50-AADF-D122-716A-E6A024EFB3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37" b="6722"/>
          <a:stretch>
            <a:fillRect/>
          </a:stretch>
        </p:blipFill>
        <p:spPr>
          <a:xfrm>
            <a:off x="551688" y="1271017"/>
            <a:ext cx="9753600" cy="4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52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object 2"/>
          <p:cNvSpPr/>
          <p:nvPr/>
        </p:nvSpPr>
        <p:spPr>
          <a:xfrm>
            <a:off x="1954443" y="3119203"/>
            <a:ext cx="7704000" cy="627840"/>
          </a:xfrm>
          <a:prstGeom prst="rect">
            <a:avLst/>
          </a:prstGeom>
          <a:solidFill>
            <a:srgbClr val="AF1D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ctr">
            <a:spAutoFit/>
          </a:bodyPr>
          <a:lstStyle/>
          <a:p>
            <a:pPr marL="12600" algn="ctr" defTabSz="914400">
              <a:lnSpc>
                <a:spcPct val="100000"/>
              </a:lnSpc>
              <a:spcBef>
                <a:spcPts val="99"/>
              </a:spcBef>
            </a:pPr>
            <a:r>
              <a:rPr lang="en-IN" sz="4000" b="1" u="none" strike="noStrike" spc="-6">
                <a:solidFill>
                  <a:schemeClr val="lt1"/>
                </a:solidFill>
                <a:effectLst/>
                <a:uFillTx/>
                <a:latin typeface="Arial"/>
              </a:rPr>
              <a:t>THANK YOU!!!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Nimbus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49336</TotalTime>
  <Words>285</Words>
  <Application>Microsoft Office PowerPoint</Application>
  <PresentationFormat>Widescreen</PresentationFormat>
  <Paragraphs>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Nimbus Roman</vt:lpstr>
      <vt:lpstr>Arial</vt:lpstr>
      <vt:lpstr>Gill Sans MT</vt:lpstr>
      <vt:lpstr>Symbol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 Introduction and Research Interest</dc:title>
  <dc:subject/>
  <dc:creator>AICTE</dc:creator>
  <dc:description/>
  <cp:lastModifiedBy>MUTHRA R</cp:lastModifiedBy>
  <cp:revision>1457</cp:revision>
  <dcterms:created xsi:type="dcterms:W3CDTF">2019-07-04T04:21:14Z</dcterms:created>
  <dcterms:modified xsi:type="dcterms:W3CDTF">2026-04-08T02:03:33Z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0x010100A2CA67C528DC284E8073580C98E8539C</vt:lpwstr>
  </property>
  <property fmtid="{D5CDD505-2E9C-101B-9397-08002B2CF9AE}" pid="3" name="Notes">
    <vt:i4>1</vt:i4>
  </property>
  <property fmtid="{D5CDD505-2E9C-101B-9397-08002B2CF9AE}" pid="4" name="PresentationFormat">
    <vt:lpwstr>Widescreen</vt:lpwstr>
  </property>
  <property fmtid="{D5CDD505-2E9C-101B-9397-08002B2CF9AE}" pid="5" name="Slides">
    <vt:i4>10</vt:i4>
  </property>
</Properties>
</file>